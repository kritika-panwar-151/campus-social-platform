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5912" cy="41148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731520"/>
          <a:lstStyle/>
          <a:p>
            <a:pPr algn="ctr">
              <a:spcAft>
                <a:spcPts val="1200"/>
              </a:spcAft>
              <a:defRPr sz="1200" b="1">
                <a:solidFill>
                  <a:srgbClr val="F28F5F"/>
                </a:solidFill>
                <a:latin typeface="Arial"/>
              </a:defRPr>
            </a:pPr>
            <a:r>
              <a:t>CAMPUS INTELLECTUAL PLATFORM</a:t>
            </a:r>
          </a:p>
          <a:p>
            <a:pPr>
              <a:spcAft>
                <a:spcPts val="800"/>
              </a:spcAft>
              <a:defRPr sz="4000" b="1">
                <a:solidFill>
                  <a:srgbClr val="333136"/>
                </a:solidFill>
                <a:latin typeface="Arial"/>
              </a:defRPr>
            </a:pPr>
            <a:r>
              <a:t>BMSCE Campus Social &amp; Intelligence Platform</a:t>
            </a:r>
          </a:p>
          <a:p>
            <a:pPr>
              <a:defRPr sz="1600">
                <a:solidFill>
                  <a:srgbClr val="635D73"/>
                </a:solidFill>
                <a:latin typeface="Arial"/>
              </a:defRPr>
            </a:pPr>
            <a:r>
              <a:t>A Gamified, AI-Powered Offline-First Campus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01.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The Problem: A Disconnected Campus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Freshman Isolation &amp; Friction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Incoming students struggle to adapt to the geographic layout, classroom locations, and lab blocks. This navigation friction delays integration and makes early networking highly challenging.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Fragmented Notice Channels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Announcements, tech workshops, hackathons, and printing facilities guidelines are scattered across emails, chat groups, and physical bulletin boards. Important events are frequently missed.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Ad-Hoc Peer Matching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Forming teams for projects or hackathons is based on ad-hoc friendships rather than matching skills. Finding a React frontend dev or Python AI partner is highly unstructured.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Underutilized Campus Facilities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Advanced resources like GPU computation clusters, campus libraries, and specialized student hubs remain underutilized because static PDFs do not encourage or guide exploration.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02.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Scope: What We Are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Gamified Coordinates Scanner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 mobile-first web camera that lets users scan landmarks, verify locations, and unlock coordinate cards divided into distinct Rarity Tiers.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Interactive Fog-of-War Map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 map start layout that begins greyed out and unlocks sector-by-sector as students photograph blocks, making campus navigation a game.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Campus Passport Stamp Book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 collection log that stamps the user's book with official inked seals when they visit campus zones, unlocking badges for set completions.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Interest-Based Matchmaker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Social matching displaying overlap metrics (e.g. 85% Match) for peer skills, prompting chat requests and coordinate pin sharing.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Databricks Genie AI Insights Desk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An analytics desk allowing administrators to ask plain text questions and dynamically generate traffic heatmaps of the campus.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03. FUNCTIONAL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BMSCE Platform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Mobile Front-End Web Client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A fast React view wrapper with five central dashboards: Explorer (scanning/fog map), Campus (matching), Genie (chatbot), Inbox (messages), and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Serverless Backend Controller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Node.js API middleware handles file compression, geofence verification, explore streaks comparison, and messaging gateways.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Lakehouse Analytics Sync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Google Firestore logs are periodically synced to a Delta Lakehouse model, enabling admins to generate charts using Databricks Genie.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5D73"/>
                </a:solidFill>
                <a:latin typeface="Arial"/>
              </a:defRPr>
            </a:pPr>
            <a:r>
              <a:t>[ ECOSYSTEM INTERFACES ARCHITECTURE PREVIEW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04. GAMIFIED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User Journey: Exploring the Campus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1. Navigate Gray Zones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Student opens Fog Map and sees the Engineering Block C coordinates locked in gray fog.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2. Snap Landmark Photo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Student visits the physical block, opens the Scanner, and photographs the Robotics Lab.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3. Stamp Virtual Passport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Firestore logs the stamp, stamps the Passport with an ink seal, and unlocks the map tile.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4. Promote Level &amp; Rank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Scan grants +120 XP (First to Document) triggering the level promotion overlay.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5D73"/>
                </a:solidFill>
                <a:latin typeface="Arial"/>
              </a:defRPr>
            </a:pPr>
            <a:r>
              <a:t>[ SCREENSHOT: EXPLORER SCANNER / FOG MAP / PASSPORT 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05. SOCIAL MATCHMAKING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User Journey: Finding Your Tribe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1. Enter Interest Tags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Student sets profile avatar and chooses interest tags (AI, React, Figma).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2. Verify Match Overlaps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Campus matches sort classmates based on skill overlap percentages (e.g. 85% Match).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3. Start Direct Messages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Student connects with a peer, initiating chat channels and image sharing attachments.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4. Share Landmark Pins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Student shares the verified coordinate pin of a study spot, letting the peer view it instantly.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5D73"/>
                </a:solidFill>
                <a:latin typeface="Arial"/>
              </a:defRPr>
            </a:pPr>
            <a:r>
              <a:t>[ SCREENSHOT: PEER MATCHES / DIRECT MESSAGES / INBOX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06. TECHNICAL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System Architecture Blueprint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Frontend (Vercel Host)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Next.js App Router loaded locally on client viewports. Caches assets for offline capability.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REST API Server (Render Host)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Node/Express endpoint handling geofence coordinates checks and messaging gateways.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NoSQL Database (Google Firestore)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Stores student profiles, chat logs, stamps, and coordinates as document schemas.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74920"/>
            <a:ext cx="51206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File Host (Cloudinary CDN)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Compresses and stores student scan uploads globally for mobile load speeds.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5D73"/>
                </a:solidFill>
                <a:latin typeface="Arial"/>
              </a:defRPr>
            </a:pPr>
            <a:r>
              <a:t>[ ARCHITECTURE DIAGRAM: FRONTEND / API / STORAGE / CLOUD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07. PIPELINE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Data &amp; User Flow Diagram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Location Scanning Pipeline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Camera Upload -&gt; API uploads to Cloudinary -&gt; API checks location databases -&gt; Firestore logs stamp -&gt; Client unlocks Map Tile.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Explore Streak Calculation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Client logs scan -&gt; Server checks lastScanDate -&gt; if equal to 1 day, increments streak and awards +25 XP streak bonus.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Databricks Genie Ingestion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Firestore records -&gt; Syncs to GCS Bucket via Firebase Extension -&gt; Delta Lake mount -&gt; Databricks Genie query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4480560"/>
          </a:xfrm>
          <a:prstGeom prst="roundRect">
            <a:avLst/>
          </a:prstGeom>
          <a:solidFill>
            <a:srgbClr val="F0EEFA"/>
          </a:solidFill>
          <a:ln w="19050">
            <a:solidFill>
              <a:srgbClr val="A27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635D73"/>
                </a:solidFill>
                <a:latin typeface="Arial"/>
              </a:defRPr>
            </a:pPr>
            <a:r>
              <a:t>[ DIAGRAM: DATA SEQUENCE TRANSACTION FLOW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08.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Data Model Usage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Student Collections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users collection</a:t>
            </a:r>
            <a:br/>
            <a:r>
              <a:t>Path: `/users/{userId}`</a:t>
            </a:r>
            <a:br/>
            <a:r>
              <a:t>Fields: name, username, avatarUrl, level, xp, interests, skills, exploreStreak, lastScanDate</a:t>
            </a:r>
            <a:br/>
            <a:br/>
            <a:r>
              <a:t>•  passport_stamps collection</a:t>
            </a:r>
            <a:br/>
            <a:r>
              <a:t>Path: `/users/{userId}/stamps/{stampId}`</a:t>
            </a:r>
            <a:br/>
            <a:r>
              <a:t>Fields: locationId, unlockedAt, isFirstDocumenter, locationName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Campus Collections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locations collection</a:t>
            </a:r>
            <a:br/>
            <a:r>
              <a:t>Path: `/locations/{locationId}`</a:t>
            </a:r>
            <a:br/>
            <a:r>
              <a:t>Fields: name, building, floor, coordinates, rarity, facilities, tips</a:t>
            </a:r>
            <a:br/>
            <a:br/>
            <a:r>
              <a:t>•  map_tiles collection</a:t>
            </a:r>
            <a:br/>
            <a:r>
              <a:t>Path: `/map_tiles/{tileId}`</a:t>
            </a:r>
            <a:br/>
            <a:r>
              <a:t>Fields: name, coordinates, iconType, associatedLocationId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Social &amp; Community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messages collection</a:t>
            </a:r>
            <a:br/>
            <a:r>
              <a:t>Path: `/chats/{chatId}/messages/{messageId}`</a:t>
            </a:r>
            <a:br/>
            <a:r>
              <a:t>Fields: senderId, receiverId, text, imageUrl, sharedLocationId, timestamp</a:t>
            </a:r>
            <a:br/>
            <a:br/>
            <a:r>
              <a:t>•  posts collection</a:t>
            </a:r>
            <a:br/>
            <a:r>
              <a:t>Path: `/posts/{postId}`</a:t>
            </a:r>
            <a:br/>
            <a:r>
              <a:t>Fields: authorName, title, content, tag, likes, timestamp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09.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AI Features &amp; Grounding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Databricks Genie Agent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Provides administrators with conversational SQL data analysis. Genie maps natural English to mounted database schemas, automatically translating queries like 'Which landmarks had the most scans?' into charts without coding queries.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Gemini Grounded Chatbot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Powers the Genie Chatbot in the mobile client. It is grounded by system instructions seeded with campus guides, print rates, office locations, and schedules, answering student requests accurately.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Profile Matchmaker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Uses mathematical sets calculations directly on Firestore collections. Computes overlap ratios across classmate interests, skills, and hobbies to matches students with high-score partners.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10. STRATEGIC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Value Proposition &amp; Benefits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For Students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Onboarding Speed: Freshmen discover campus facilities (printer spots, hardware labs) in minutes.</a:t>
            </a:r>
            <a:br/>
            <a:br/>
            <a:r>
              <a:t>•  Peer Matchmaking: Connects peers directly based on code skills or hobbies for hackathon sprints.</a:t>
            </a:r>
            <a:br/>
            <a:br/>
            <a:r>
              <a:t>•  Active Play: Gamified achievements make daily walks fun.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For Admins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Natural Queries: Admins generate charts dynamically using Databricks Genie.</a:t>
            </a:r>
            <a:br/>
            <a:br/>
            <a:r>
              <a:t>•  Analytics: Reveals real-time spatial heatmaps showing popular spots.</a:t>
            </a:r>
            <a:br/>
            <a:br/>
            <a:r>
              <a:t>•  Resource Planning: Helps coordinates schedules based on facility traffic checks.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For the Institution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Student Retention: Unifies student communication, reducing early isolation.</a:t>
            </a:r>
            <a:br/>
            <a:br/>
            <a:r>
              <a:t>•  Platform Consolidation: Integrates geolocations, chats, and forums into one app.</a:t>
            </a:r>
            <a:br/>
            <a:br/>
            <a:r>
              <a:t>•  Event Engagement: Drives participation in scavenger hunts and tech club events.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11. CLOUD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Technology Stack &amp; Free Tier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Next.js &amp; React (Vercel Host)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Deploys static assets. Hobby free tier gives 100 GB monthly bandwidth and free SSL domain connection.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Google Firestore (Firebase Free Tier)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Serverless NoSQL database. Free tier includes 50,000 reads, 20,000 writes daily, and 1 GiB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Node.js &amp; Express (Render Host)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Runs backend geofence controls, explore streaks calculations, and real-time message streams.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Cloudinary (Media Hosting)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Compresses and stores student scans. Free tier includes 25,000 monthly image transformations or 25 GB storage.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F28F5F"/>
                </a:solidFill>
                <a:latin typeface="Arial"/>
              </a:defRPr>
            </a:pPr>
            <a:r>
              <a:t>Databricks Genie Agent (CE)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Databricks Community Edition processes analytics tables mounted from Firestore data lakes.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12.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Execution Plan - 12 Hours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H 1 - 3: Setup &amp; Database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Config Next.js app, style theme files, set up Firebase Firestore document collections, and initialize auth APIs.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H 4 - 6: Backend &amp; Upload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Code backend Express APIs for photo scans, geofencing validations, Cloudinary storage uploads, and streak comparators.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H 7 - 9: Client Integration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Bind React Context state logic inside views. Integrate Maps coordinates, messaging streams, and Hub profile matches.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5B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A27CF8"/>
                </a:solidFill>
                <a:latin typeface="Arial"/>
              </a:defRPr>
            </a:pPr>
            <a:r>
              <a:t>H 10 - 12: Analytics &amp; Host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Sync Firestore to GCS, mount Delta tables in Databricks Genie, run compile builds, and deploy onto Vercel and Render.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F28F5F"/>
                </a:solidFill>
                <a:latin typeface="Arial"/>
              </a:defRPr>
            </a:pPr>
            <a:r>
              <a:t>13.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333136"/>
                </a:solidFill>
                <a:latin typeface="Arial"/>
              </a:defRPr>
            </a:pPr>
            <a:r>
              <a:t>Risks and Fallbacks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Risk 1: Firestore Daily Read limits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Impact: App crashes once reads surpass the daily 50k limit under high student usage.</a:t>
            </a:r>
            <a:br/>
            <a:br/>
            <a:r>
              <a:t>•  Mitigation: Implement aggressive client-side caching via browser LocalStorage. Only fetch database collections when new chat pins or scans are updated, keeping reads minimal.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Risk 2: Render Free Tier Cold Starts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Impact: Rendering scanner triggers lags 30-50 seconds when user server restarts.</a:t>
            </a:r>
            <a:br/>
            <a:br/>
            <a:r>
              <a:t>•  Mitigation: Send a periodic uptime heartbeat query from the client application background to keep Render's free instance active during peak campus hours.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645920"/>
            <a:ext cx="333756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spcAft>
                <a:spcPts val="600"/>
              </a:spcAft>
              <a:defRPr sz="1350" b="1">
                <a:solidFill>
                  <a:srgbClr val="333136"/>
                </a:solidFill>
                <a:latin typeface="Arial"/>
              </a:defRPr>
            </a:pPr>
            <a:r>
              <a:t>Risk 3: Internet Outage in Basements</a:t>
            </a:r>
          </a:p>
          <a:p>
            <a:pPr>
              <a:defRPr sz="1100">
                <a:solidFill>
                  <a:srgbClr val="333136"/>
                </a:solidFill>
                <a:latin typeface="Arial"/>
              </a:defRPr>
            </a:pPr>
            <a:r>
              <a:t>•  Impact: Camera scans fail in basement labs due to dead cellular signals.</a:t>
            </a:r>
            <a:br/>
            <a:br/>
            <a:r>
              <a:t>•  Mitigation: Buffer scans in a local offline queue in LocalStorage, syncing coordinates and images once internet connections are restored.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