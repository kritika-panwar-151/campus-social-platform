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BMSCE Social &amp; Intelligence Platform</a:t>
            </a:r>
          </a:p>
          <a:p>
            <a:pPr algn="ctr">
              <a:defRPr sz="1800">
                <a:solidFill>
                  <a:srgbClr val="BEC8DA"/>
                </a:solidFill>
                <a:latin typeface="Arial"/>
              </a:defRPr>
            </a:pPr>
            <a:r>
              <a:t>Connecting students across the campus through AI-driven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Kritika Panwar</a:t>
            </a:r>
          </a:p>
          <a:p>
            <a:pPr>
              <a:defRPr sz="1300">
                <a:solidFill>
                  <a:srgbClr val="BEC8DA"/>
                </a:solidFill>
                <a:latin typeface="Arial"/>
              </a:defRPr>
            </a:pPr>
            <a:r>
              <a:t>1BF24CS151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01.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Problem: A Disconnected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0B4D8"/>
                </a:solidFill>
                <a:latin typeface="Arial"/>
              </a:defRPr>
            </a:pPr>
            <a:r>
              <a:t>How can we create a single intelligent campus platform that connects students with the places, people and information they need to make the most of campus life?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•  Large &amp; Diverse Campus: Nearly 15 acres with 18 undergraduate programs, making campus navigation and discovery challenging.</a:t>
            </a:r>
          </a:p>
          <a:p>
            <a:pPr>
              <a:spcAft>
                <a:spcPts val="16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•  Difficult Navigation: Freshers often struggle to find unfamiliar blocks, floors, labs and facilities across campus.</a:t>
            </a:r>
          </a:p>
          <a:p>
            <a:pPr>
              <a:spcAft>
                <a:spcPts val="16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•  Limited Cross-Department Connections: Students have few ways to discover peers with shared interests, skills and goals beyond their own departments.</a:t>
            </a:r>
          </a:p>
          <a:p>
            <a:pPr>
              <a:spcAft>
                <a:spcPts val="16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•  Scattered Information: Campus information, student experiences and opportunities are spread across different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377440"/>
            <a:ext cx="4754880" cy="182880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📍 01 — FINDING YOUR WAY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"Where is that lab?"</a:t>
            </a:r>
            <a:br/>
            <a:r>
              <a:t>For freshers, finding unfamiliar blocks, floors, labs and facilities across campus can be confusing.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389120"/>
            <a:ext cx="4754880" cy="182880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👥 02 — FINDING YOUR PEOPLE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"Who can I build this with?"</a:t>
            </a:r>
            <a:br/>
            <a:r>
              <a:t>Students often struggle to discover peers beyond their department for hackathons, projects, clubs and campus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02.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Scope: What We Are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Gamified Campus Exploration Scanner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A mobile-first camera scanning portal letting users scan landmarks, verify locations, and unlock coordinate cards under distinct Rarity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Fog-of-War Interactive Campus Map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An interactive map start layout that begins greyed out and unlocks sector-by-sector as students photograph blocks, making campus navigation a game.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Campus Passport Stamp Book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A collection log that stamps the user's book with official inked seals when they visit campus zones, unlocking badges for set completions.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Interest-Based Matchmaker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Social matching displaying overlap metrics (e.g. 85% Match) for peer skills, prompting chat requests and coordinate pin sharing.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Databricks Genie AI Insights Desk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An analytics desk allowing administrators to ask plain text questions and dynamically generate traffic heatmaps of the campus.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03. FUNCTIONAL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BMSCE Platform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Mobile Front-End Web Client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A fast React view wrapper with five central dashboards: Explorer (scanning/fog map), Campus (matching), Genie (chatbot), Inbox (messages), and Profile.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Serverless Backend Controller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Node.js API middleware handles file compression, geofence verification, explore streaks comparison, and messaging gateways.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Lakehouse Analytics Sync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Google Firestore logs are periodically synced to a Delta Lakehouse model, enabling admins to generate charts using Databricks Genie.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01D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EC8DA"/>
                </a:solidFill>
                <a:latin typeface="Arial"/>
              </a:defRPr>
            </a:pPr>
            <a:r>
              <a:t>[ ECOSYSTEM INTERFACES ARCHITECTURE PREVIEW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04. GAMIFIED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User Journey: Exploring the Campus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1. Navigate Gray Zones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Student opens Fog Map and sees the Engineering Block C coordinates locked in gray fog.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2. Snap Landmark Photo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Student visits the physical block, opens the Scanner, and photographs the Robotics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3. Stamp Virtual Passport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Firestore logs the stamp, stamps the Passport with an ink seal, and unlocks the map tile.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4. Promote Level &amp; Rank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Scan grants +120 XP (First to Document) triggering the level promotion overlay.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01D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EC8DA"/>
                </a:solidFill>
                <a:latin typeface="Arial"/>
              </a:defRPr>
            </a:pPr>
            <a:r>
              <a:t>[ SCREENSHOT: EXPLORER SCANNER / FOG MAP / PASSPORT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05. SOCIAL MATCHMAKING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User Journey: Finding Your Tribe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1. Enter Interest Tags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Student sets profile avatar and chooses interest tags (AI, React, Figma).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2. Verify Match Overlaps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Campus matches sort classmates based on skill overlap percentages (e.g. 85% Match).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3. Start Direct Messages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Student connects with a peer, initiating chat channels and image sharing attachments.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4. Share Landmark Pins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Student shares the verified coordinate pin of a study spot, letting the peer view it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01D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BEC8DA"/>
                </a:solidFill>
                <a:latin typeface="Arial"/>
              </a:defRPr>
            </a:pPr>
            <a:r>
              <a:t>[ SCREENSHOT: PEER MATCHES / DIRECT MESSAGES / INBOX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06. TECHNICAL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System Architecture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69164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📱 Client Tier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Next.js 14 / React</a:t>
            </a:r>
            <a:br/>
            <a:r>
              <a:t>• Responsive layouts</a:t>
            </a:r>
            <a:br/>
            <a:r>
              <a:t>• Caches views locally</a:t>
            </a:r>
            <a:br/>
            <a:r>
              <a:t>• Offline-first queueing</a:t>
            </a:r>
            <a:br/>
            <a:r>
              <a:t>• Hosted on Vercel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3429000"/>
            <a:ext cx="41148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560320"/>
            <a:ext cx="169164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⚙️ Express API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Node.js Middleware</a:t>
            </a:r>
            <a:br/>
            <a:r>
              <a:t>• Validates coordinates</a:t>
            </a:r>
            <a:br/>
            <a:r>
              <a:t>• Checks checkin streaks</a:t>
            </a:r>
            <a:br/>
            <a:r>
              <a:t>• Routes direct messages</a:t>
            </a:r>
            <a:br/>
            <a:r>
              <a:t>• Hosted on Render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26280" y="3429000"/>
            <a:ext cx="41148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2560320"/>
            <a:ext cx="169164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🔥 Cloud Storage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Google Firestore</a:t>
            </a:r>
            <a:br/>
            <a:r>
              <a:t>• JSON Document DBs</a:t>
            </a:r>
            <a:br/>
            <a:r>
              <a:t>• Firebase Auth checks</a:t>
            </a:r>
            <a:br/>
            <a:r>
              <a:t>• Cloudinary photo hosts</a:t>
            </a:r>
            <a:br/>
            <a:r>
              <a:t>• Serverless scaling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29400" y="3429000"/>
            <a:ext cx="41148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2560320"/>
            <a:ext cx="169164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🌊 Data Lake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GCS / Delta Lake</a:t>
            </a:r>
            <a:br/>
            <a:r>
              <a:t>• Sync extension exports</a:t>
            </a:r>
            <a:br/>
            <a:r>
              <a:t>• Stores daily updates</a:t>
            </a:r>
            <a:br/>
            <a:r>
              <a:t>• Mounted as Delta tables</a:t>
            </a:r>
            <a:br/>
            <a:r>
              <a:t>• Google Storage host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520" y="3429000"/>
            <a:ext cx="41148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2560320"/>
            <a:ext cx="228600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🧠 Analytics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Databricks Genie CE</a:t>
            </a:r>
            <a:br/>
            <a:r>
              <a:t>• Natural language inputs</a:t>
            </a:r>
            <a:br/>
            <a:r>
              <a:t>• Auto-SQL translation</a:t>
            </a:r>
            <a:br/>
            <a:r>
              <a:t>• Renders traffic maps</a:t>
            </a:r>
            <a:br/>
            <a:r>
              <a:t>• Real-time admin 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07. 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 &amp; User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01168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📸 1. Capture &amp; Scan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Student takes a campus landmark photo. The Next.js client attaches GPS metadata and dispatches it securely to the Node server.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3429000"/>
            <a:ext cx="50292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2560320"/>
            <a:ext cx="201168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📦 2. Host &amp; Save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Node server uploads the photo to Cloudinary. Once complete, it saves the optimized HTTPS image URL to Google Firestore.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57800" y="3429000"/>
            <a:ext cx="50292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0" y="2560320"/>
            <a:ext cx="201168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🔥 3. Verify Checkins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Firestore checks location data, stamps the student's Passport document, increments streaks, and unlocks map tiles.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400" y="3429000"/>
            <a:ext cx="50292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75320" y="3200400"/>
            <a:ext cx="2560320" cy="2194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🏆 4. Award XP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API calculates points (+120 XP for First-ever scan) and unlocks achievements, showing a Level-Up overlay on the phone screen.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08.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 Model Usage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Student Collections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users collection</a:t>
            </a:r>
            <a:br/>
            <a:r>
              <a:t>Path: `/users/{userId}`</a:t>
            </a:r>
            <a:br/>
            <a:r>
              <a:t>Fields: name, username, avatarUrl, level, xp, interests, skills, exploreStreak, lastScanDate</a:t>
            </a:r>
            <a:br/>
            <a:br/>
            <a:r>
              <a:t>•  passport_stamps collection</a:t>
            </a:r>
            <a:br/>
            <a:r>
              <a:t>Path: `/users/{userId}/stamps/{stampId}`</a:t>
            </a:r>
            <a:br/>
            <a:r>
              <a:t>Fields: locationId, unlockedAt, isFirstDocumenter, locationName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Campus Collections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locations collection</a:t>
            </a:r>
            <a:br/>
            <a:r>
              <a:t>Path: `/locations/{locationId}`</a:t>
            </a:r>
            <a:br/>
            <a:r>
              <a:t>Fields: name, building, floor, coordinates, rarity, facilities, tips</a:t>
            </a:r>
            <a:br/>
            <a:br/>
            <a:r>
              <a:t>•  map_tiles collection</a:t>
            </a:r>
            <a:br/>
            <a:r>
              <a:t>Path: `/map_tiles/{tileId}`</a:t>
            </a:r>
            <a:br/>
            <a:r>
              <a:t>Fields: name, coordinates, iconType, associatedLocationId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Social &amp; Community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messages collection</a:t>
            </a:r>
            <a:br/>
            <a:r>
              <a:t>Path: `/chats/{chatId}/messages/{messageId}`</a:t>
            </a:r>
            <a:br/>
            <a:r>
              <a:t>Fields: senderId, receiverId, text, imageUrl, sharedLocationId, timestamp</a:t>
            </a:r>
            <a:br/>
            <a:br/>
            <a:r>
              <a:t>•  posts collection</a:t>
            </a:r>
            <a:br/>
            <a:r>
              <a:t>Path: `/posts/{postId}`</a:t>
            </a:r>
            <a:br/>
            <a:r>
              <a:t>Fields: authorName, title, content, tag, likes, timestamp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09.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AI Features &amp; Grounding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Databricks Genie Agent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Provides administrators with conversational SQL data analysis. Genie maps natural English to mounted database schemas, automatically translating queries like 'Which landmarks had the most scans?' into charts without coding queries.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Gemini Grounded Chatbot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Powers the Genie Chatbot in the mobile client. It is grounded by system instructions seeded with campus guides, print rates, office locations, and schedules, answering student requests accurately.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Profile Matchmaker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Uses mathematical sets calculations directly on Firestore collections. Computes overlap ratios across classmate interests, skills, and hobbies to matches students with high-score partners.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10. 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Value Proposition &amp;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For Students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Onboarding Speed: Freshmen discover campus facilities (printer spots, hardware labs) in minutes.</a:t>
            </a:r>
            <a:br/>
            <a:br/>
            <a:r>
              <a:t>•  Peer Matchmaking: Connects peers directly based on code skills or hobbies for hackathon sprints.</a:t>
            </a:r>
            <a:br/>
            <a:br/>
            <a:r>
              <a:t>•  Active Play: Gamified achievements make daily walks fun.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For Admins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Natural Queries: Admins generate charts dynamically using Databricks Genie.</a:t>
            </a:r>
            <a:br/>
            <a:br/>
            <a:r>
              <a:t>•  Analytics: Reveals real-time spatial heatmaps showing popular spots.</a:t>
            </a:r>
            <a:br/>
            <a:br/>
            <a:r>
              <a:t>•  Resource Planning: Helps coordinates schedules based on facility traffic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For the Institution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Student Retention: Unifies student communication, reducing early isolation.</a:t>
            </a:r>
            <a:br/>
            <a:br/>
            <a:r>
              <a:t>•  Platform Consolidation: Integrates geolocations, chats, and forums into one app.</a:t>
            </a:r>
            <a:br/>
            <a:br/>
            <a:r>
              <a:t>•  Event Engagement: Drives participation in scavenger hunts and tech club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11. CLOUD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 &amp; Free Tier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Next.js &amp; React (Vercel Host)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Deploys static assets. Hobby free tier gives 100 GB monthly bandwidth and free SSL domain connection.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Google Firestore (Firebase Free Tier)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Serverless NoSQL database. Free tier includes 50,000 reads, 20,000 writes daily, and 1 GiB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Node.js &amp; Express (Render Host)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Runs backend geofence controls, explore streaks calculations, and real-time message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Cloudinary (Media Hosting)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Compresses and stores student scans. Free tier includes 25,000 monthly image transformations or 25 GB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Databricks Genie Agent (CE)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Databricks Community Edition processes analytics tables mounted from Firestore data lakes.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12.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Execution Plan - 12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H 1 - 3: Setup &amp; Database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Config Next.js app, style theme files, set up Firebase Firestore document collections, and initialize auth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H 4 - 6: Backend &amp; Upload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Code backend Express APIs for photo scans, geofencing validations, Cloudinary storage uploads, and streak comparators.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H 7 - 9: Client Integration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Bind React Context state logic inside views. Integrate Maps coordinates, messaging streams, and Hub profile matches.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  <a:latin typeface="Arial"/>
              </a:defRPr>
            </a:pPr>
            <a:r>
              <a:t>H 10 - 12: Analytics &amp; Host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Sync Firestore to GCS, mount Delta tables in Databricks Genie, run compile builds, and deploy onto Vercel and Render.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 u="sng">
                <a:solidFill>
                  <a:srgbClr val="00B4D8"/>
                </a:solidFill>
                <a:latin typeface="Arial"/>
              </a:defRPr>
            </a:pPr>
            <a:r>
              <a:t>Team:commitnpray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13.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Risks and Fallbacks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Risk 1: Firestore Daily Read limits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Impact: App crashes once reads surpass the daily 50k limit under high student usage.</a:t>
            </a:r>
            <a:br/>
            <a:br/>
            <a:r>
              <a:t>•  Mitigation: Implement aggressive client-side caching via browser LocalStorage. Only fetch database collections when new chat pins or scans are updated, keeping reads minimal.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Risk 2: Render Free Tier Cold Starts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Impact: Rendering scanner triggers lags 30-50 seconds when user server restarts.</a:t>
            </a:r>
            <a:br/>
            <a:br/>
            <a:r>
              <a:t>•  Mitigation: Send a periodic uptime heartbeat query from the client application background to keep Render's free instance active during peak campus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162438"/>
          </a:solidFill>
          <a:ln w="19050">
            <a:solidFill>
              <a:srgbClr val="2638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Risk 3: Internet Outage in Basements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•  Impact: Camera scans fail in basement labs due to dead cellular signals.</a:t>
            </a:r>
            <a:br/>
            <a:br/>
            <a:r>
              <a:t>•  Mitigation: Buffer scans in a local offline queue in LocalStorage, syncing coordinates and images once internet connections are restored.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